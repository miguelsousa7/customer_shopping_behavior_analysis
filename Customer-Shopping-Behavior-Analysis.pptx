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charset="0"/>
      <p:regular r:id="rId17"/>
    </p:embeddedFont>
    <p:embeddedFont>
      <p:font typeface="Roboto Medium" panose="02000000000000000000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19"/>
    <a:srgbClr val="080E1A"/>
    <a:srgbClr val="0C1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89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 from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transactions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product categories - spending patterns, segments, and subscription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5093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1475" y="1328837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3,900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61475" y="2005905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Purchases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2572048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18</a:t>
            </a:r>
            <a:endParaRPr lang="en-US" sz="3950" dirty="0"/>
          </a:p>
        </p:txBody>
      </p:sp>
      <p:sp>
        <p:nvSpPr>
          <p:cNvPr id="7" name="Text 4"/>
          <p:cNvSpPr/>
          <p:nvPr/>
        </p:nvSpPr>
        <p:spPr>
          <a:xfrm>
            <a:off x="661475" y="324911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Features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3815259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37</a:t>
            </a:r>
            <a:endParaRPr lang="en-US" sz="3950" dirty="0"/>
          </a:p>
        </p:txBody>
      </p:sp>
      <p:sp>
        <p:nvSpPr>
          <p:cNvPr id="9" name="Text 6"/>
          <p:cNvSpPr/>
          <p:nvPr/>
        </p:nvSpPr>
        <p:spPr>
          <a:xfrm>
            <a:off x="661475" y="4492327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4807049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 column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5355927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$59.76</a:t>
            </a:r>
            <a:endParaRPr lang="en-US" sz="3950" dirty="0"/>
          </a:p>
        </p:txBody>
      </p:sp>
      <p:sp>
        <p:nvSpPr>
          <p:cNvPr id="12" name="Text 9"/>
          <p:cNvSpPr/>
          <p:nvPr/>
        </p:nvSpPr>
        <p:spPr>
          <a:xfrm>
            <a:off x="661475" y="603299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Avg. Purchase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Preparation in Python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392284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Load &amp; Explore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357809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Clean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36884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Engineer Features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626129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Columns standardized to snake_case; redundant promo_code_used dropped.</a:t>
            </a:r>
            <a:endParaRPr lang="en-US" sz="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CBE97-CADC-1D9D-64DE-373E927CDB70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Male customers drive </a:t>
            </a:r>
            <a:r>
              <a:rPr lang="en-US" sz="18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2× more revenue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Female: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F5A0A-7C4B-A150-51C4-5FACAF4C7463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73% of customers are </a:t>
            </a:r>
            <a:r>
              <a:rPr lang="en-US" sz="18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non-subscribers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generate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$170K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revenue vs.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$63K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subscribers — a major growth opportunity.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9A3724-CA73-E3E1-9E08-6DF74FE47C5E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80% Loyal</a:t>
            </a: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customers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83 New customers - focus on acquisition and converting Returning (701) to Loyal.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 repeat buyers (&gt;5 purchases) are subscribed vs. 2,518 who are not.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835202-22A1-D287-F4E3-966FCFCB915C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Young Adults</a:t>
            </a: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lead revenue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Adult: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$62K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highest contributor. Revenue declines slightly with age, but all groups are relatively close.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0B7BE-F853-FB32-AE37-AC1E83D00C02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109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Top Products &amp; Discount Insights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775744"/>
            <a:ext cx="3053877" cy="1442343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875881" y="2990155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Top Rated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398838"/>
            <a:ext cx="2625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 (3.86), Sandals (3.84), Boots (3.82)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775744"/>
            <a:ext cx="3053976" cy="1442343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4118765" y="2990155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Most Discounted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3398838"/>
            <a:ext cx="2625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(50%), Sneakers (49.7%), Coat (49.1%)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4" y="4413371"/>
            <a:ext cx="6296860" cy="1139924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875881" y="4621510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High-Spend Discount Users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81328" y="5030192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spent above the average purchase amount with discounts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5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327855" y="162729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Interactive Filters &amp; Key Views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131912" y="2111582"/>
            <a:ext cx="3817627" cy="377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 : 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Gender, Discount applied, Season, Shipping type</a:t>
            </a:r>
          </a:p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KPIs : 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3.9K customers, $59.76 avg revenue, 3.75 avg review rating</a:t>
            </a:r>
          </a:p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and sales by category : 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leads ($100K) </a:t>
            </a:r>
          </a:p>
          <a:p>
            <a:pPr>
              <a:lnSpc>
                <a:spcPct val="133000"/>
              </a:lnSpc>
              <a:buSzPct val="100000"/>
            </a:pPr>
            <a:endParaRPr lang="en-US" sz="140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and sales by category : 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values across age groups</a:t>
            </a:r>
            <a:endParaRPr lang="en-US" sz="1400" dirty="0"/>
          </a:p>
          <a:p>
            <a:pPr>
              <a:lnSpc>
                <a:spcPct val="133000"/>
              </a:lnSpc>
              <a:buSzPct val="100000"/>
            </a:pPr>
            <a:endParaRPr lang="en-US" sz="1400" dirty="0"/>
          </a:p>
          <a:p>
            <a:pPr marL="285750" indent="-285750" algn="l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size sales : M size leads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9290C-A134-5A85-AA6C-CDB5841C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61" y="1627296"/>
            <a:ext cx="7585922" cy="42543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4D517B-1046-51C2-47E3-4E4DCDA9F8E2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0926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136352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2"/>
          <p:cNvSpPr/>
          <p:nvPr/>
        </p:nvSpPr>
        <p:spPr>
          <a:xfrm>
            <a:off x="5372561" y="1275556"/>
            <a:ext cx="398651" cy="398661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2195" y="1385193"/>
            <a:ext cx="179383" cy="179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72561" y="1767582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72561" y="2031206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444849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5372561" y="2584053"/>
            <a:ext cx="398651" cy="398661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2195" y="2693690"/>
            <a:ext cx="179383" cy="1793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72561" y="3076079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72561" y="3339703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→ Loyal segment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753346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0"/>
          <p:cNvSpPr/>
          <p:nvPr/>
        </p:nvSpPr>
        <p:spPr>
          <a:xfrm>
            <a:off x="5372561" y="3892550"/>
            <a:ext cx="398651" cy="398661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195" y="4002187"/>
            <a:ext cx="179383" cy="1793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72561" y="4384576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Review Discounts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72561" y="4648200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lift with margin control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5061843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4"/>
          <p:cNvSpPr/>
          <p:nvPr/>
        </p:nvSpPr>
        <p:spPr>
          <a:xfrm>
            <a:off x="5372561" y="5201047"/>
            <a:ext cx="398651" cy="398661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2195" y="5310684"/>
            <a:ext cx="179383" cy="1793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2561" y="5693073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72561" y="5956697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&amp; express shipping users</a:t>
            </a:r>
            <a:endParaRPr lang="en-US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EABBC8-2595-261C-9E82-EB2718661C6C}"/>
              </a:ext>
            </a:extLst>
          </p:cNvPr>
          <p:cNvSpPr/>
          <p:nvPr/>
        </p:nvSpPr>
        <p:spPr>
          <a:xfrm>
            <a:off x="11047967" y="6462795"/>
            <a:ext cx="1144033" cy="395205"/>
          </a:xfrm>
          <a:prstGeom prst="rect">
            <a:avLst/>
          </a:prstGeom>
          <a:solidFill>
            <a:srgbClr val="0505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335</Words>
  <Application>Microsoft Office PowerPoint</Application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Roboto Medium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Miguel Martins de Sousa</cp:lastModifiedBy>
  <cp:revision>4</cp:revision>
  <dcterms:created xsi:type="dcterms:W3CDTF">2026-09-18T21:58:56Z</dcterms:created>
  <dcterms:modified xsi:type="dcterms:W3CDTF">2026-09-18T22:15:51Z</dcterms:modified>
</cp:coreProperties>
</file>